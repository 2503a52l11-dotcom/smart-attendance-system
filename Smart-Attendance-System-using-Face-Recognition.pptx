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272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7ED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5640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Smart Attendance System using Face Recognition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89" y="442345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Machine Learning Project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493978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A.Sudhakar · 2503A52L11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SR University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7ED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07453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The Problem with Manual Attendance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2832259"/>
            <a:ext cx="3664744" cy="2410897"/>
          </a:xfrm>
          <a:prstGeom prst="roundRect">
            <a:avLst>
              <a:gd name="adj" fmla="val 395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8224" y="3066693"/>
            <a:ext cx="30304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⏱</a:t>
            </a: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 Time-Consuming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28224" y="3557111"/>
            <a:ext cx="31958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Manual roll calls consume valuable class time every session, reducing instructional time.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85348" y="2832259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19782" y="3066693"/>
            <a:ext cx="30013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🎭</a:t>
            </a: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 Proxy Attendance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919782" y="3557111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Students can easily mark attendance for absent peers — a persistent integrity issue in institutions.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93790" y="5469969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8224" y="5704403"/>
            <a:ext cx="34703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📋</a:t>
            </a: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 Error-Prone Records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28224" y="619482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Paper-based logs are difficult to track, search, or analyze efficiently over time.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64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Project Objectives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22885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This system aims to modernize attendance tracking by leveraging facial recognition — making it faster, smarter, and fraud-resistant.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4209812"/>
            <a:ext cx="453628" cy="453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946928"/>
            <a:ext cx="31386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Automate the Process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43734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Eliminate manual roll calls entirely with camera-based detection.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4209812"/>
            <a:ext cx="453628" cy="453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9469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Improve Accuracy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235893" y="543734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Use face recognition to ensure only the right student is marked present.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4209812"/>
            <a:ext cx="453628" cy="4536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946928"/>
            <a:ext cx="33574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Reduce Effort &amp; Errors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677995" y="543734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Minimize human intervention and eliminate data-entry mistakes.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22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Proposed Solution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046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 camera-based system that detects, identifies, and logs attendance automatically — in real time.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4959" y="2422684"/>
            <a:ext cx="7660481" cy="454652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7778" y="3533929"/>
            <a:ext cx="652129" cy="65213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16770" y="5731201"/>
            <a:ext cx="1904221" cy="73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Mark Attendance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0368" y="3535152"/>
            <a:ext cx="652130" cy="65213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16929" y="5731201"/>
            <a:ext cx="1904221" cy="73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Match Encoding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0528" y="3535152"/>
            <a:ext cx="652130" cy="65213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977961" y="5914613"/>
            <a:ext cx="1904221" cy="3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Detect Face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793790" y="722435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The system runs continuously during class hours, requiring zero manual input once deployed.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4677489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System Architecture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348038"/>
            <a:ext cx="2399109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End-to-End Pipeline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543205" y="3774400"/>
            <a:ext cx="6015395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Each stage in the pipeline processes the input sequentially — from raw camera frames to a live attendance dashboard. The system operates in real time with minimal latency.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7543205" y="4715708"/>
            <a:ext cx="6015395" cy="928568"/>
          </a:xfrm>
          <a:prstGeom prst="roundRect">
            <a:avLst>
              <a:gd name="adj" fmla="val 8176"/>
            </a:avLst>
          </a:prstGeom>
          <a:solidFill>
            <a:srgbClr val="B6D6FC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3942" y="4973836"/>
            <a:ext cx="225862" cy="1807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30540" y="4904780"/>
            <a:ext cx="524732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Face encodings are generated once during registration and reused for all future matching sessions.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92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Technologies Used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17170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40613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B88E2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593181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Python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28224" y="380380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Core language for all ML and backend logic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216962" y="217170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240613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B88E2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2593181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OpenCV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451396" y="380380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Real-time video capture and image processing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9640133" y="217170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240613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B88E2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1734" y="2593181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face_recognition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874568" y="380380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Dlib-based library for detection and encoding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93790" y="4990862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28224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B88E2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5412343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8224" y="6132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SQLite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1028224" y="6622971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Lightweight database for storing records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7428548" y="4990862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62982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B88E23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50148" y="5412343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62982" y="6132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Streamlit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7662982" y="6622971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Interactive web UI and live dashboard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594717"/>
            <a:ext cx="584501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Algorithm &amp; Workflow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4611" y="1648777"/>
            <a:ext cx="308098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How Recognition Works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94611" y="2132528"/>
            <a:ext cx="6378535" cy="160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b="1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Face Embeddings:</a:t>
            </a: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Each face is converted to a 128-dimensional vector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b="1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Euclidean Distance:</a:t>
            </a: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Measures similarity between two face vectors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b="1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Threshold (~0.45):</a:t>
            </a: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Below this value = match confirmed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64874" y="1648777"/>
            <a:ext cx="298561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Step-by-Step Workflow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64874" y="2154198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 Light" pitchFamily="34" charset="-122"/>
                <a:cs typeface="Times New Roman" panose="02020603050405020304" pitchFamily="18" charset="0"/>
              </a:rPr>
              <a:t>01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564874" y="2468523"/>
            <a:ext cx="6378535" cy="2286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8" name="Text 6"/>
          <p:cNvSpPr/>
          <p:nvPr/>
        </p:nvSpPr>
        <p:spPr>
          <a:xfrm>
            <a:off x="7564874" y="26134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Register User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64874" y="3246001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 Light" pitchFamily="34" charset="-122"/>
                <a:cs typeface="Times New Roman" panose="02020603050405020304" pitchFamily="18" charset="0"/>
              </a:rPr>
              <a:t>02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564874" y="3560326"/>
            <a:ext cx="6378535" cy="2286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1" name="Text 9"/>
          <p:cNvSpPr/>
          <p:nvPr/>
        </p:nvSpPr>
        <p:spPr>
          <a:xfrm>
            <a:off x="7564874" y="3705225"/>
            <a:ext cx="30076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Capture Dataset Images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64874" y="4337804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 Light" pitchFamily="34" charset="-122"/>
                <a:cs typeface="Times New Roman" panose="02020603050405020304" pitchFamily="18" charset="0"/>
              </a:rPr>
              <a:t>03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564874" y="4652129"/>
            <a:ext cx="6378535" cy="2286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4" name="Text 12"/>
          <p:cNvSpPr/>
          <p:nvPr/>
        </p:nvSpPr>
        <p:spPr>
          <a:xfrm>
            <a:off x="7564874" y="4797028"/>
            <a:ext cx="28354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Generate Embeddings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64874" y="5429607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 Light" pitchFamily="34" charset="-122"/>
                <a:cs typeface="Times New Roman" panose="02020603050405020304" pitchFamily="18" charset="0"/>
              </a:rPr>
              <a:t>04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64874" y="5743932"/>
            <a:ext cx="6378535" cy="2286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564874" y="58888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Run System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64874" y="6521410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 Light" pitchFamily="34" charset="-122"/>
                <a:cs typeface="Times New Roman" panose="02020603050405020304" pitchFamily="18" charset="0"/>
              </a:rPr>
              <a:t>05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64874" y="6835735"/>
            <a:ext cx="6378535" cy="2286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0" name="Text 18"/>
          <p:cNvSpPr/>
          <p:nvPr/>
        </p:nvSpPr>
        <p:spPr>
          <a:xfrm>
            <a:off x="7564874" y="6980634"/>
            <a:ext cx="400264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Detect Face &amp; Mark Attendance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59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Key Features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9834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Our Smart Attendance System is built with functionalities designed to bring efficiency, accuracy, and reliability to educational institutions.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979301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97930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236595"/>
            <a:ext cx="47385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Automated &amp; Real-time Logging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2524" y="3727013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Attendance is automatically captured and recorded as soon as a student's face is detected, eliminating the need for manual check-ins.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8548" y="2979301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297930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236595"/>
            <a:ext cx="40709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Enhanced Fraud Prevention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7282" y="3727013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Facial recognition technology ensures that only the registered student can mark their presence, significantly reducing proxy attendance issues.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5299829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5299829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557123"/>
            <a:ext cx="46198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Accurate &amp; Centralized Records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2524" y="6047542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All attendance data is precisely recorded and stored digitally, providing a reliable and easily accessible source for analysis and reporting.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5299829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8067" y="5299829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5557123"/>
            <a:ext cx="44432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Intuitive Dashboard &amp; Reports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7282" y="6047542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An interactive Streamlit dashboard offers real-time monitoring and generates comprehensive attendance reports for administrators.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37461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8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Results &amp; Accuracy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6642" y="1833205"/>
            <a:ext cx="4200644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66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85–90%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46002" y="2809161"/>
            <a:ext cx="3021925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Recognition Accuracy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6642" y="3270528"/>
            <a:ext cx="4200644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Achieved under controlled lighting and standard angles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214818" y="1833205"/>
            <a:ext cx="4200644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66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~0.45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63960" y="2809161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Match Threshold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14818" y="3270528"/>
            <a:ext cx="4200644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Euclidean distance cutoff for positive identification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72995" y="1833205"/>
            <a:ext cx="4200644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66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128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93881" y="2809161"/>
            <a:ext cx="335887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Embedding Dimensions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72995" y="3270528"/>
            <a:ext cx="4200644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Each face encoded as a 128-D vector for fast comparison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6642" y="4255175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8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What We Observed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6642" y="4902041"/>
            <a:ext cx="13117116" cy="156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Face detection operational in real time with live camera feed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Attendance records stored reliably in SQLite database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Dashboard successfully visualizes daily and weekly trends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Accuracy varies with lighting conditions, camera quality, and face angles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56642" y="6701076"/>
            <a:ext cx="13117116" cy="891064"/>
          </a:xfrm>
          <a:prstGeom prst="roundRect">
            <a:avLst>
              <a:gd name="adj" fmla="val 10190"/>
            </a:avLst>
          </a:prstGeom>
          <a:solidFill>
            <a:srgbClr val="F3E4BF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41" y="7018139"/>
            <a:ext cx="270153" cy="21609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58992" y="6960989"/>
            <a:ext cx="1219866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Accuracy improves significantly with a larger, diverse training dataset per user.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5876"/>
            <a:ext cx="89071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Challenges &amp; Future Roadmap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599968"/>
            <a:ext cx="2252067" cy="426244"/>
          </a:xfrm>
          <a:prstGeom prst="roundRect">
            <a:avLst>
              <a:gd name="adj" fmla="val 17880"/>
            </a:avLst>
          </a:prstGeom>
          <a:solidFill>
            <a:srgbClr val="F7EDD4"/>
          </a:solidFill>
          <a:ln/>
        </p:spPr>
      </p:sp>
      <p:sp>
        <p:nvSpPr>
          <p:cNvPr id="4" name="Text 2"/>
          <p:cNvSpPr/>
          <p:nvPr/>
        </p:nvSpPr>
        <p:spPr>
          <a:xfrm>
            <a:off x="929878" y="2667953"/>
            <a:ext cx="197989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CURRENT CHALLENGES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116937"/>
            <a:ext cx="32282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⚠️</a:t>
            </a:r>
            <a:r>
              <a:rPr lang="en-US" sz="28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 Known Limitations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698081"/>
            <a:ext cx="62447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Lighting Variations:</a:t>
            </a: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Low or harsh light reduces detection reliability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Multiple Faces:</a:t>
            </a: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Simultaneous detection of several faces needs optimization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Camera Performance:</a:t>
            </a:r>
            <a:r>
              <a:rPr lang="en-US" sz="20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Hardware limitations affect frame rate and clarity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36168" y="2344817"/>
            <a:ext cx="6571417" cy="4588907"/>
          </a:xfrm>
          <a:prstGeom prst="roundRect">
            <a:avLst>
              <a:gd name="adj" fmla="val 3559"/>
            </a:avLst>
          </a:prstGeom>
          <a:solidFill>
            <a:srgbClr val="B88E23"/>
          </a:solidFill>
          <a:ln/>
        </p:spPr>
      </p:sp>
      <p:sp>
        <p:nvSpPr>
          <p:cNvPr id="8" name="Shape 6"/>
          <p:cNvSpPr/>
          <p:nvPr/>
        </p:nvSpPr>
        <p:spPr>
          <a:xfrm>
            <a:off x="7662982" y="2599968"/>
            <a:ext cx="1415296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B88E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06690" y="2675573"/>
            <a:ext cx="112787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B88E23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WHAT'S NEXT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62982" y="3132177"/>
            <a:ext cx="36465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🚀 Future Enhancements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62982" y="3713321"/>
            <a:ext cx="6117788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Mobile App: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Enable attendance marking via smartphone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Cloud Deployment: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Scale to multi-classroom, institution-wide use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Deep Learning: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Upgrade to CNN-based models for higher accuracy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Multi-Face Tracking: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Optimize for crowded classroom environments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7ED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760351"/>
            <a:ext cx="56982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           THANK YOU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621</Words>
  <Application>Microsoft Office PowerPoint</Application>
  <PresentationFormat>Custom</PresentationFormat>
  <Paragraphs>106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MANVITH NANI</cp:lastModifiedBy>
  <cp:revision>2</cp:revision>
  <dcterms:created xsi:type="dcterms:W3CDTF">2026-04-14T17:01:16Z</dcterms:created>
  <dcterms:modified xsi:type="dcterms:W3CDTF">2026-04-14T17:10:41Z</dcterms:modified>
</cp:coreProperties>
</file>